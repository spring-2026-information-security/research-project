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CS 47205/57205 · Project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Measuring Online Password Guessing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3B5C"/>
                </a:solidFill>
                <a:latin typeface="Calibri"/>
              </a:rPr>
              <a:t>A reproducible measurement framework for authentication defenses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Austin &amp; 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Why measure password-guessing defenses systematically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Online password guessing is the single most common identity attack on the public Internet.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Every authentication system ships a different mix of defenses:</a:t>
            </a:r>
          </a:p>
          <a:p>
            <a:pPr lvl="1"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- </a:t>
            </a:r>
            <a:r>
              <a:rPr sz="1800">
                <a:solidFill>
                  <a:srgbClr val="1F1F1F"/>
                </a:solidFill>
                <a:latin typeface="Calibri"/>
              </a:rPr>
              <a:t>account lockout, IP rate limiting, progressive delays, CAPTCHAs, MFA, anomaly detection, bot filters …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These defenses interact in non-obvious ways and are often misconfigured.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109441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1094415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33636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Question: how do these defenses actually compare under controlled, repeatable measurement?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D33636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Goal: build attacker + target framework, drive each defense through hundreds of trials, produce a comparable security profile so two configurations can be argued about with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What we model and what we don't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 scope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Out of scope (future work)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Sequential HTTP login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Parallel / distributed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Source IPs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Single IP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Botnets, proxy pools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One known username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Credential stuffing, password spraying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Wordlist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Real public corpora (SecLists 10k)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Adaptive / personalised guesses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Black-box: only HTTP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Insider / source-code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Calibri"/>
              </a:rPr>
              <a:t>Attacker capability tiers - naive bot, PoW-solving bot, human-in-the-loop - are explicit knobs in the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9169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Testbed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F5C8A"/>
                </a:solidFill>
                <a:latin typeface="Calibri"/>
              </a:rPr>
              <a:t>How we measure each defense reproducibly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Testbed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Four pieces, each independently configurable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Target system: a small Flask login service. Every defense is a tunable knob.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Attacker client: a single password-guessing tool with capability flags for naive bots, PoW-solving bots, and human-in-the-loop attackers.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Orchestrator: boots a fresh target per configuration, runs the attacker, aggregates results.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Wordlist source: real public corpora (SecLists), sampled per trial.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Each trial gets an isolated process and a fresh port - no state leaks between configurations.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Every measurement is seeded and reproducible from the same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Wordlist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Distribution, not anecdote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Old approach: one fixed wordlist with the password at a known position. One data point.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New approach: every trial gets its own randomized wordlist:</a:t>
            </a:r>
          </a:p>
          <a:p>
            <a:pPr lvl="1"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- </a:t>
            </a:r>
            <a:r>
              <a:rPr sz="1700">
                <a:solidFill>
                  <a:srgbClr val="1F1F1F"/>
                </a:solidFill>
                <a:latin typeface="Calibri"/>
              </a:rPr>
              <a:t>Sample 100 entries from a real public password corpus.</a:t>
            </a:r>
          </a:p>
          <a:p>
            <a:pPr lvl="1"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- </a:t>
            </a:r>
            <a:r>
              <a:rPr sz="1700">
                <a:solidFill>
                  <a:srgbClr val="1F1F1F"/>
                </a:solidFill>
                <a:latin typeface="Calibri"/>
              </a:rPr>
              <a:t>Insert the target password at a uniformly-random position.</a:t>
            </a:r>
          </a:p>
          <a:p>
            <a:pPr lvl="1"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- </a:t>
            </a:r>
            <a:r>
              <a:rPr sz="1700">
                <a:solidFill>
                  <a:srgbClr val="1F1F1F"/>
                </a:solidFill>
                <a:latin typeface="Calibri"/>
              </a:rPr>
              <a:t>Record the seed and target position so the trial is reproducible.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11094415" cy="54864"/>
          </a:xfrm>
          <a:prstGeom prst="rect">
            <a:avLst/>
          </a:prstGeom>
          <a:solidFill>
            <a:srgbClr val="2D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94415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8F5A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5 trials per config x 22 configs = 110 attack runs in the headline experiment.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8F5A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Same defense exercised against 5 different target depths gives a measurement distribution.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8F5A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Total wall-clock for the full sweep: about 57 minutes on a laptop.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Attacker capability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Defenses that beat one tier are bypassed by another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Naive scripted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Sends username and password. No JavaScript, no humans, no header spoofing.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Header-aware bot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Same as above, but spoofs a normal browser User-Agent.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PoW-solving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Includes a SHA-256 puzzle solver in its loop.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Human-in-the-loop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A human (or commercial solver service) handles CAPTCHAs.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Calibri"/>
              </a:rPr>
              <a:t>Same attacker tool models all four tiers - we toggle behaviour per run to compare each defense across the spectrum.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9169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Protections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F5C8A"/>
                </a:solidFill>
                <a:latin typeface="Calibri"/>
              </a:rPr>
              <a:t>Ten mechanisms across four 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Ten defenses, four required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Required project categories highlighted in navy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6017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3B5C"/>
                          </a:solidFill>
                          <a:latin typeface="Calibri"/>
                        </a:rPr>
                        <a:t>Account lockout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Account lockout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Freezes the account for a duration after N consecutive failures.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3B5C"/>
                          </a:solidFill>
                          <a:latin typeface="Calibri"/>
                        </a:rPr>
                        <a:t>Rate limiting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IP rate limit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Caps attempts from a single IP in a sliding window.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3B5C"/>
                          </a:solidFill>
                          <a:latin typeface="Calibri"/>
                        </a:rPr>
                        <a:t>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Permanent IP 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Blacklists the IP after K failures within a long window.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3B5C"/>
                          </a:solidFill>
                          <a:latin typeface="Calibri"/>
                        </a:rPr>
                        <a:t>Progressive delays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Tarpit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Server sleeps a fixed amount before each failed response.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3B5C"/>
                          </a:solidFill>
                          <a:latin typeface="Calibri"/>
                        </a:rPr>
                        <a:t>Progressive delays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IP exponential backoff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Per-IP cooldown that doubles with each failure, with a 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6A6A6A"/>
                          </a:solidFill>
                          <a:latin typeface="Calibri"/>
                        </a:rPr>
                        <a:t>Cost amplification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Slow password hash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pbkdf2 or scrypt to inflate per-attempt CPU cost on the server.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6A6A6A"/>
                          </a:solidFill>
                          <a:latin typeface="Calibri"/>
                        </a:rPr>
                        <a:t>Bot vs human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Proof-of-work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Server demands a SHA-256 puzzle after N failures.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6A6A6A"/>
                          </a:solidFill>
                          <a:latin typeface="Calibri"/>
                        </a:rPr>
                        <a:t>Bot vs human filter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CAPTCHA challenge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Server demands a human-solvable token after N failures.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6A6A6A"/>
                          </a:solidFill>
                          <a:latin typeface="Calibri"/>
                        </a:rPr>
                        <a:t>Bot vs human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Honeypot usernames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Contact with watched usernames (admin, root) triggers an instant ban.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6A6A6A"/>
                          </a:solidFill>
                          <a:latin typeface="Calibri"/>
                        </a:rPr>
                        <a:t>Bot vs human filter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Header anomaly detection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1F1F"/>
                          </a:solidFill>
                          <a:latin typeface="Calibri"/>
                        </a:rPr>
                        <a:t>Block requests missing typical browser headers.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How they're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Six metrics per config form a comparable security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Breach rate - fraction of trials where the attacker hit the password.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Median time-to-crack - wall-clock seconds, with min/max range.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Effective request rate - requests/sec the attacker could sustain.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Response status mix - 401 / 423 / 429 / 403 by reason (PoW required, CAPTCHA, account locked, IP banned, anomaly).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First-hit position - where in the wordlist the password was found.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Position vs time scatter - how time-to-crack scales with target depth.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9169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F5C8A"/>
                </a:solidFill>
                <a:latin typeface="Calibri"/>
              </a:rPr>
              <a:t>What blocked, what just slowed the attacker 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Summary across 22 configs x 5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Three clean groups: hard stoppers, slow-downs, and one probabilistic outcome</a:t>
            </a:r>
          </a:p>
        </p:txBody>
      </p:sp>
      <p:pic>
        <p:nvPicPr>
          <p:cNvPr id="5" name="Picture 4" descr="char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737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D8F5A"/>
                </a:solidFill>
                <a:latin typeface="Calibri"/>
              </a:rPr>
              <a:t>Always blocked (0%)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1945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11 of 22 configs - every trial stopped.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9260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D33636"/>
                </a:solidFill>
                <a:latin typeface="Calibri"/>
              </a:rPr>
              <a:t>Always breached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83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10 of 22 - defense was a slow-down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114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7A00"/>
                </a:solidFill>
                <a:latin typeface="Calibri"/>
              </a:rPr>
              <a:t>Probabilistic (80%)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5720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F2_pow_22bit - solver sometimes timed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Hard stoppers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Every trial: attacker exhausted wordlist without a hit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Median elapsed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B_account_lockout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5 fail -&gt; 60s account 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C_ip_rate_limit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4.8s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10 attempts / 30s window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E_ip_exp_backoff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0.25s base, doubles, cap 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I_perma_ban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3.8s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8 failures -&gt; blacklist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G_pow_naive_attacker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PoW vs bot with no 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J_captcha_naive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4.5s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CAPTCHA vs bot with no solver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L_honeypot_username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Banned on first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M_anomaly_no_ua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3.7s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Missing User-Agent flagged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3B5C"/>
                          </a:solidFill>
                          <a:latin typeface="Calibri"/>
                        </a:rPr>
                        <a:t>H/H2/H3 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~ 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All three layered configs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Slow-downs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Cost the attacker time, but the password came 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Median time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Slowdown vs baseline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A_baseline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D33636"/>
                          </a:solidFill>
                          <a:latin typeface="Calibri"/>
                        </a:rPr>
                        <a:t>K2_slow_hash_scrypt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12s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D33636"/>
                          </a:solidFill>
                          <a:latin typeface="Calibri"/>
                        </a:rPr>
                        <a:t>0.7x - worse than baseline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J2_captcha_human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0.75x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F_pow_smart_attacker (18-bit)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14s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0.9x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K_slow_hash_pbkdf2 (600k iters)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D_tarpit_500ms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62s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4x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C87A00"/>
                          </a:solidFill>
                          <a:latin typeface="Calibri"/>
                        </a:rPr>
                        <a:t>F2_pow_22bit (smart, 22-bit)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95s (80% breach)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D2_tarpit_1s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112s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7x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D3_tarpit_2s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214s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Calibri"/>
              </a:rPr>
              <a:t>Tarpit slowdown is linear in wordlist depth x per-failure delay - predictable, tunable.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Finding 1: scrypt was barely 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Default werkzeug scrypt:32768:8:1 finished faster than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scrypt:32768:8:1 - 12s (vs 16s baseline). Lost in HTTP roundtrip noise.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Server-side scrypt cost dominated by n=32768 (~16ms on test hardware).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pbkdf2:sha256:600000 was meaningfully slower (23s, 1.5x baseline).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109441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D33636"/>
                </a:solidFill>
                <a:latin typeface="Calibri"/>
              </a:rPr>
              <a:t>Lesson: "we use a slow hash" is not a defense unless parameters are tuned for the target hardware. Production deployments should benchmark and aim for ~100 ms per verify. Don't trust library defaults.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Finding 2: PoW has a sharp probabilistic cliff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Past a difficulty threshold, PoW shifts from slow-down to actual stop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Difficulty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Breach rate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Median time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F_pow_smart_attacker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18-bit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C87A00"/>
                          </a:solidFill>
                          <a:latin typeface="Calibri"/>
                        </a:rPr>
                        <a:t>F2_pow_22bit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22-bit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C87A00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</a:rPr>
                        <a:t>95s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11094415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At 22-bit difficulty the attacker's solver hits its 5M-attempt budget often enough that one trial in five times out.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Defense moves from slow-down to probabilistic block.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3B5C"/>
                </a:solidFill>
                <a:latin typeface="Calibri"/>
              </a:rPr>
              <a:t>• </a:t>
            </a:r>
            <a:r>
              <a:rPr sz="1700">
                <a:solidFill>
                  <a:srgbClr val="1F1F1F"/>
                </a:solidFill>
                <a:latin typeface="Calibri"/>
              </a:rPr>
              <a:t>Real configuration sweet spot - but the line depends on attacker hardware.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Layered defense converges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Once the cheap defense fires, the rest never get a chance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Defenses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Median time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Breach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H_layered_basic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lockout + rate-limit + tarpit + PoW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H2_layered_with_ban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+ perma-ban + slow hash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30s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H3_full_stack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+ CAPTCHA + honeypot +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114800"/>
            <a:ext cx="11094415" cy="54864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94415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3B5C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Identical wall-clock, identical 0% breach across all three layered configs.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3B5C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Account lockout fires at attempt 5 - other defenses never get exercised.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3B5C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That's a feature, not a bug: the cheapest defense wins, the rest are insurance for when it fails or is misconfigured.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3B5C"/>
                </a:solidFill>
                <a:latin typeface="Calibri"/>
              </a:rPr>
              <a:t>• </a:t>
            </a:r>
            <a:r>
              <a:rPr sz="1600">
                <a:solidFill>
                  <a:srgbClr val="1F1F1F"/>
                </a:solidFill>
                <a:latin typeface="Calibri"/>
              </a:rPr>
              <a:t>Defense-in-depth is about failure modes, not steady-state performance.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9169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F5C8A"/>
                </a:solidFill>
                <a:latin typeface="Calibri"/>
              </a:rPr>
              <a:t>What to actually deploy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What to actually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Minimum-viable stack - three layers with tuned parameters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7729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A3B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1. Account lockout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~5 failures -&gt; ≥60s lockout. Reset on legitimate login. Cheap, hard-stops named-target attacks.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2. IP-based throttling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Sliding window or exponential backoff. Cap, don't permanent-ban (avoid IP-reuse pain).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D8F5A"/>
                          </a:solidFill>
                          <a:latin typeface="Calibri"/>
                        </a:rPr>
                        <a:t>3. Slow password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1F1F"/>
                          </a:solidFill>
                          <a:latin typeface="Calibri"/>
                        </a:rPr>
                        <a:t>argon2id or pbkdf2, tuned to ~100ms/verify on prod hardware. Verify cost - defaults are weak.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06240"/>
            <a:ext cx="11094415" cy="54864"/>
          </a:xfrm>
          <a:prstGeom prst="rect">
            <a:avLst/>
          </a:prstGeom>
          <a:solidFill>
            <a:srgbClr val="D3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1094415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33636"/>
                </a:solidFill>
                <a:latin typeface="Calibri"/>
              </a:rPr>
              <a:t>• </a:t>
            </a:r>
            <a:r>
              <a:rPr sz="1500">
                <a:solidFill>
                  <a:srgbClr val="1F1F1F"/>
                </a:solidFill>
                <a:latin typeface="Calibri"/>
              </a:rPr>
              <a:t>Don't rely on (against motivated attackers): tarpits alone, default-parameter scrypt, header anomaly checks (trivially defeated by a User-Agent string), low-bit PoW.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D33636"/>
                </a:solidFill>
                <a:latin typeface="Calibri"/>
              </a:rPr>
              <a:t>• </a:t>
            </a:r>
            <a:r>
              <a:rPr sz="1500">
                <a:solidFill>
                  <a:srgbClr val="1F1F1F"/>
                </a:solidFill>
                <a:latin typeface="Calibri"/>
              </a:rPr>
              <a:t>Useful add-ons: honeypot usernames, geographic anomaly scoring, MFA on sensitive accounts.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B5C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6A6A"/>
                </a:solidFill>
                <a:latin typeface="Calibri"/>
              </a:rPr>
              <a:t>Where the framework can be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Distributed attacker - multi-IP, multi-process to expose IP-only defenses.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Cross-system comparison - point the same attack client at WordPress, Authelia, Gitea, Keycloak. The framework already speaks plain HTTP.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Adaptive attackers - observe response timing and codes, switch strategy mid-run.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Real CAPTCHA / MFA endpoints - replace magic-token stubs with hCaptcha or TOTP.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B5C"/>
                </a:solidFill>
                <a:latin typeface="Calibri"/>
              </a:rPr>
              <a:t>• </a:t>
            </a:r>
            <a:r>
              <a:rPr sz="1800">
                <a:solidFill>
                  <a:srgbClr val="1F1F1F"/>
                </a:solidFill>
                <a:latin typeface="Calibri"/>
              </a:rPr>
              <a:t>Cost modeling - translate "13x slowdown" into dollar cost per credential at cloud-attacker rates.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1109441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